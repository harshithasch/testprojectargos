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0FD1-25A8-5E10-3E0D-EA1AB6258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8ADC6-43A3-2EB4-B00B-5B79EAFC7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E4421-CD30-6C31-C1BE-75BBDF7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2EE10-B7F8-E2EB-9826-D362145D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DA758-8FB9-6A31-2010-641B4D22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55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C31E-0F6E-F828-52BE-085EB8C9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60B0E-2670-6145-8C14-7C04BEFC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B3015-EAF9-9715-5CB0-9384E6C44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40E83-ACA0-6E0E-C03F-50E6AD4B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8C2A6-CE18-FA75-75A2-0CD40CB2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23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0BA0-455F-C0C7-2DEC-B61B1887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9B0C2-08CC-B4B3-4AEA-403783EB8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0BC5-7572-3A4A-B033-9CB7512D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467AC-FB91-C910-579A-3339EA05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17E8E-4497-369F-357B-1187856B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08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5B22-2E3F-6AE0-3082-66D571D0E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07072-8229-7A8B-A493-EED4B98F1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58ED1-3C47-1F1F-F62C-F752B4EDE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A8447-E839-2659-F69F-3B4FBE7D8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C8F50-8BD5-4DC7-4B72-1C2FBBDE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DD23-2A5F-85C1-F698-20F2BF3B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72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6E5F-D7A2-7D06-8FA6-791B44CD6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7C7D7-AFE9-0B22-DB7A-C5C3BF389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1CE45-1393-0493-4E6D-84BE8CB27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838D8-E400-CFE4-7287-C26AC512F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F1267-B176-18F3-0D4C-9D6096E37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89AAE-5E9B-E180-A364-4AA1489F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6F051-4D34-B732-8E9D-75FFA02FF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EBB929-CA4D-F5FD-78C0-357A9A5C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88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40D8-AD57-726B-3651-AC8CF67F1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4BAE5-5630-B105-FC43-27DF92EC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538D9-94CF-833F-A99F-5DCBC357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D442F-A22D-703D-4142-B08293BF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3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4D224-D4D3-5CAE-7FDA-D0FAF441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4DE054-0A07-D1EA-3DB1-3B5276C1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CD430-D519-DF53-B46D-BA7F263AC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3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5952-0C00-9C9B-37EB-FF074582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08F4D-2A4F-A982-E909-04ED4C42F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B6DE2-720F-D209-E481-20369980F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4E10A-02DF-8BB1-7A27-0A44B119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FAC02-D5A8-0FD2-1C15-5BA6244D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F3E53-5B4C-0A7A-E926-5D6915E6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93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A2D1-B869-D9B5-BC6D-40615B26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7321B-1DB9-200D-64E0-1A4BFEFB8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D2C93-A3F9-7A84-51E0-10EFACF1F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A2BB8-BD2B-3865-3BF8-44DF788E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EF977-8104-BEDF-4EF8-3426E9E0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EE820-DAF0-B842-9532-B0A4CCBD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59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CECD-FCE9-5256-E722-C30E71B9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C71B2-6605-AC90-9A9C-562656970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BCD3E-D60A-9C05-1574-0B68128A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3E4CC-B651-48C2-ED01-D848D2B9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825A9-2CA1-2FC2-E3AB-99163BBA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80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6A54F-1AE5-4352-2DC7-D5CF0E6B1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57A64-A8DE-076F-2167-5408572A0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BF7D8-CF52-4628-6F9C-7792B616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404A6-94ED-6F72-0DE7-7998977F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C70BE-407E-2004-8573-68AB11E3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9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58A9C-A847-674A-F6B8-CC6198AE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1F9F1-EF42-AC90-4D9C-A0FAF76F1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1EF40-8639-4EE0-5654-60DA6FC57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24439-8096-46D4-8132-43F61D9FF415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14968-09C5-0349-D2F2-5C6D0C9D1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7C7D1-D060-D717-05E1-5D90D8501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177C5-F1AE-46F3-9C88-1EF07515D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DEB1-6F58-A8FF-8CF2-1128D32F2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3FC43-1C27-D518-6F17-D853978BF2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270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e47c19-e68f-4046-bf94-918d2dcc81ee}" enabled="1" method="Standard" siteId="{34cd94b5-d86c-447f-8d9b-81b4ff94d32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SC, Harshitha</dc:creator>
  <cp:lastModifiedBy>SC, Harshitha</cp:lastModifiedBy>
  <cp:revision>1</cp:revision>
  <dcterms:created xsi:type="dcterms:W3CDTF">2026-10-12T12:50:57Z</dcterms:created>
  <dcterms:modified xsi:type="dcterms:W3CDTF">2026-10-12T12:51:09Z</dcterms:modified>
</cp:coreProperties>
</file>